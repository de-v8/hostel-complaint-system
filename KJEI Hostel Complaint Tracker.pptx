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5" r:id="rId9"/>
    <p:sldId id="266" r:id="rId10"/>
    <p:sldId id="264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6E378-625D-70F9-F848-D86868AB9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5E2F0-5D18-5A09-4CC5-5C89342CE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35D7E-A2EA-FC55-097F-3FCA4239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1AB3-DB0B-421A-B076-4EEFC3CCF96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EC65A-902B-5A3C-81A2-DFBD9E3D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9C420-28A8-200A-8E2E-38328D8E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D722-24FF-4943-BA52-4CACEDA74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109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8C7C-1F24-3F62-F1C5-EA9CB2474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30193-1A9A-3247-72C0-93C5A45A1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A9FA6-29AE-7BD6-E6D4-73BD6F256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1AB3-DB0B-421A-B076-4EEFC3CCF96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CC13-4358-8B3D-6756-36352FAD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0E338-CCFB-4A43-B0AC-C54753CCA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D722-24FF-4943-BA52-4CACEDA74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80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57D13-13C0-37FF-3D8F-62B76FA2B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990AA-6DD5-895C-BE14-A07EB601A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C49A4-ED51-384B-FA5D-82DC3701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1AB3-DB0B-421A-B076-4EEFC3CCF96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B00BD-02BE-85EC-22C8-A8C375B7E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73A3F-B3FC-CDB5-C418-EE2B0DCB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D722-24FF-4943-BA52-4CACEDA74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820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E586D-4077-D308-EFCB-75CB6D5B6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374E0-4A73-E56A-6EAC-E408D891A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57B79-5924-6B12-6864-D1E70BE26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C309A-DA2C-64AF-5DB8-622432C3F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1AB3-DB0B-421A-B076-4EEFC3CCF96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A80FE-6B58-8FCF-E2B1-EE2D7631A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CA88B-E51D-A6A9-24AF-6BD6C53D8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D722-24FF-4943-BA52-4CACEDA74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187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09668-2ADD-ED0C-AACE-F3FC0080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DB093-431E-DD91-A4AB-0197BA12A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B6A36-7CCE-D2C1-4E5B-C78B5F61C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330795-4C9E-D6CA-1A42-A1DE01124A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C3BA1-202E-0F45-0C87-748F1555A9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A29554-2D1B-56D0-25D3-FEEDA12A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1AB3-DB0B-421A-B076-4EEFC3CCF96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4C1DA-F010-ADE4-65F4-B25295BFC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A6225B-7B24-8DD5-5649-F95237D9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D722-24FF-4943-BA52-4CACEDA74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16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771E4-C0EE-EF76-6EBC-F1748024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B6717F-FD55-A41D-4730-EBF56C2F1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1AB3-DB0B-421A-B076-4EEFC3CCF96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79B5D-BCF3-CD3B-4503-C531ED1C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959F14-A2F3-A9C8-A48E-4ADEFF3D0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D722-24FF-4943-BA52-4CACEDA74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104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8600E-958F-5766-3F96-4C9611B5F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1AB3-DB0B-421A-B076-4EEFC3CCF96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C522E-5E78-5C63-8D7C-1B1E3DA2D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0712F-C4A4-9DA7-4F07-0802A558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D722-24FF-4943-BA52-4CACEDA74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014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DE85-7729-6E4E-497E-23D0BAA0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86984-D000-8205-537A-E4A79A7CD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DE79F-0794-4C8B-0575-81694439D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5937C-9D84-40F5-565A-542C5C73D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1AB3-DB0B-421A-B076-4EEFC3CCF96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B2617-2A8B-B358-DDB5-54BA804A3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F606F-A457-F93C-B8C6-0A77D371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D722-24FF-4943-BA52-4CACEDA74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721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A4480-7358-3D7E-6454-282651406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2635A6-83D0-11D9-7F53-29BD00DB6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22CBD-0DD6-7B54-AF5C-B91EF35C3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31C9B6-6A5D-1549-A20A-DCA9DF639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1AB3-DB0B-421A-B076-4EEFC3CCF96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99B8D-58F8-1F77-C16F-DA2C8E7C0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39553-12B7-2925-6128-5F301A943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D722-24FF-4943-BA52-4CACEDA74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21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FD8E-BD07-58A7-8F2D-EA11AB860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C92278-9A8D-24D1-B98E-E6AC3E279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53AC3-6EBB-59AB-99D3-F1E020B4D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1AB3-DB0B-421A-B076-4EEFC3CCF96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6F44B-FA2B-E64F-8078-88E2D5CE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0DC52-7FFD-518E-107F-21D457105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D722-24FF-4943-BA52-4CACEDA74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989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5BD9B-EFD8-2BF5-F6B3-967D1D735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02FA9-2616-8D5B-D985-0B25C18CB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38ED-0B17-0159-1EF0-1F4F3C1BF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41AB3-DB0B-421A-B076-4EEFC3CCF96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8B317-A3D4-5350-F911-FE3E64A8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2081A-C5DA-40D0-2EF3-5871AE2F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D722-24FF-4943-BA52-4CACEDA74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13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E94EA-26CE-7AA9-3F00-4862DE83C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1590A-5D26-0A24-E05E-3811D3D4C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5A0E3-4BA7-9F30-A307-6494FF1DC9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41AB3-DB0B-421A-B076-4EEFC3CCF96F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14C65-005B-CFB4-645C-1DD150B93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23EDB-67C8-D49B-4DD6-0B738E6DB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7D722-24FF-4943-BA52-4CACEDA74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293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CF94C-D9B7-D91B-2270-A41A38279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471" y="3406796"/>
            <a:ext cx="10777057" cy="773549"/>
          </a:xfrm>
        </p:spPr>
        <p:txBody>
          <a:bodyPr>
            <a:normAutofit fontScale="90000"/>
          </a:bodyPr>
          <a:lstStyle/>
          <a:p>
            <a:r>
              <a:rPr lang="en-IN" dirty="0"/>
              <a:t>KJEI Hostel Complaint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F40418-FEFD-35DD-AFBA-4F1DD143A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7020" y="4446584"/>
            <a:ext cx="2393659" cy="626014"/>
          </a:xfrm>
        </p:spPr>
        <p:txBody>
          <a:bodyPr/>
          <a:lstStyle/>
          <a:p>
            <a:r>
              <a:rPr lang="en-IN" dirty="0"/>
              <a:t>Roll no: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50F608-09DB-9D77-186F-F60CFC575BB6}"/>
              </a:ext>
            </a:extLst>
          </p:cNvPr>
          <p:cNvSpPr txBox="1"/>
          <p:nvPr/>
        </p:nvSpPr>
        <p:spPr>
          <a:xfrm>
            <a:off x="1108394" y="232068"/>
            <a:ext cx="99752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KJ’s Educational Institute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 J College of Engineering &amp; Management Research , Pune</a:t>
            </a:r>
          </a:p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Department Name: Electronics &amp; Communication Engineering (Advanced Communication Technology)</a:t>
            </a:r>
          </a:p>
          <a:p>
            <a:pPr marL="0" marR="0" lvl="0" indent="0" algn="ctr" defTabSz="9144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A.Y: 2025-26 (Sem-III)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A logo with text and lions&#10;&#10;AI-generated content may be incorrect.">
            <a:extLst>
              <a:ext uri="{FF2B5EF4-FFF2-40B4-BE49-F238E27FC236}">
                <a16:creationId xmlns:a16="http://schemas.microsoft.com/office/drawing/2014/main" id="{54E5C073-B9E1-0AEC-DDB0-5668998C4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435" y="244884"/>
            <a:ext cx="327171" cy="4999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B6C136-41B1-4585-1298-E4E6E262ED8C}"/>
              </a:ext>
            </a:extLst>
          </p:cNvPr>
          <p:cNvSpPr txBox="1"/>
          <p:nvPr/>
        </p:nvSpPr>
        <p:spPr>
          <a:xfrm>
            <a:off x="1023457" y="4446584"/>
            <a:ext cx="3624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Name: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CB3A9D-0CD8-B1C9-642D-3435C085788F}"/>
              </a:ext>
            </a:extLst>
          </p:cNvPr>
          <p:cNvSpPr txBox="1"/>
          <p:nvPr/>
        </p:nvSpPr>
        <p:spPr>
          <a:xfrm>
            <a:off x="1023457" y="5226340"/>
            <a:ext cx="2759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Ajinkya Pardeshi</a:t>
            </a:r>
          </a:p>
          <a:p>
            <a:r>
              <a:rPr lang="en-IN" sz="2400" dirty="0"/>
              <a:t>Mayur Dhoran </a:t>
            </a:r>
          </a:p>
          <a:p>
            <a:r>
              <a:rPr lang="en-IN" sz="2400" dirty="0"/>
              <a:t>Atharv Mahajan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454425-0D5A-3EE8-707F-6F79F2D4ECF8}"/>
              </a:ext>
            </a:extLst>
          </p:cNvPr>
          <p:cNvSpPr txBox="1"/>
          <p:nvPr/>
        </p:nvSpPr>
        <p:spPr>
          <a:xfrm>
            <a:off x="4910356" y="5205717"/>
            <a:ext cx="28606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39</a:t>
            </a:r>
          </a:p>
          <a:p>
            <a:r>
              <a:rPr lang="en-IN" sz="2400" dirty="0"/>
              <a:t>10</a:t>
            </a:r>
          </a:p>
          <a:p>
            <a:r>
              <a:rPr lang="en-IN" sz="2400" dirty="0"/>
              <a:t>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A25EBE-0758-5186-B13E-4D429D4C8AF4}"/>
              </a:ext>
            </a:extLst>
          </p:cNvPr>
          <p:cNvSpPr txBox="1"/>
          <p:nvPr/>
        </p:nvSpPr>
        <p:spPr>
          <a:xfrm>
            <a:off x="8979016" y="4385029"/>
            <a:ext cx="4379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Guided by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D4EABF-B91D-CFC0-65FE-9258265AD4C7}"/>
              </a:ext>
            </a:extLst>
          </p:cNvPr>
          <p:cNvSpPr txBox="1"/>
          <p:nvPr/>
        </p:nvSpPr>
        <p:spPr>
          <a:xfrm>
            <a:off x="7910424" y="4908249"/>
            <a:ext cx="4080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Prof. V.S.KHANDAGALE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3D2AFA-9086-A35D-2199-E3D374FD08EE}"/>
              </a:ext>
            </a:extLst>
          </p:cNvPr>
          <p:cNvSpPr txBox="1"/>
          <p:nvPr/>
        </p:nvSpPr>
        <p:spPr>
          <a:xfrm>
            <a:off x="7771002" y="5431469"/>
            <a:ext cx="415933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S.E. (ACT)- 2025-26</a:t>
            </a:r>
          </a:p>
          <a:p>
            <a:endParaRPr lang="en-IN" dirty="0"/>
          </a:p>
          <a:p>
            <a:r>
              <a:rPr lang="en-IN" dirty="0"/>
              <a:t>Department of advance communication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55399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50C62-D7EE-19D9-AF52-EF9580712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Abstract :-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9A7A5-04D2-7DC7-1DDA-5DF4644DD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009292"/>
            <a:ext cx="8479765" cy="614200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Hostel Complaint Tracker Website is a centralized digital platform designed to streamline the process  tracking and resolving complaints within hostel premises. This system aims to enhance communication between hostel residents and administration by offering a transparent, efficient, and user-friendly interface. Users can submit complaints related to maintenance, hygiene, security, and other hostel issues, while administrators can manage, prioritize, and resolve them in a timely manner. With features such as real-time status updates, categorized complaint types, and automated notifications, the platform significantly reduces manual effort and delays and improved living conditions in hostels.</a:t>
            </a:r>
          </a:p>
          <a:p>
            <a:endParaRPr lang="en-IN" sz="2400" dirty="0"/>
          </a:p>
        </p:txBody>
      </p:sp>
      <p:pic>
        <p:nvPicPr>
          <p:cNvPr id="5" name="Picture 4" descr="A low angle view of a building&#10;&#10;AI-generated content may be incorrect.">
            <a:extLst>
              <a:ext uri="{FF2B5EF4-FFF2-40B4-BE49-F238E27FC236}">
                <a16:creationId xmlns:a16="http://schemas.microsoft.com/office/drawing/2014/main" id="{EC3202B8-11B9-C9F5-6E64-92813552C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7366" y="931652"/>
            <a:ext cx="3390108" cy="525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89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2057-1A21-B5A8-3448-4A8811136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Keywords:-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90AFF1-FEF6-DAA0-5F21-BFCF1EF04B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36798"/>
            <a:ext cx="406160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Hostel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Complaint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Application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Issue Resolution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Updates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Maintenance 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Complaint Portal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Hostel Administration</a:t>
            </a:r>
          </a:p>
        </p:txBody>
      </p:sp>
      <p:pic>
        <p:nvPicPr>
          <p:cNvPr id="8" name="Picture 7" descr="A blue poster with text and icons&#10;&#10;AI-generated content may be incorrect.">
            <a:extLst>
              <a:ext uri="{FF2B5EF4-FFF2-40B4-BE49-F238E27FC236}">
                <a16:creationId xmlns:a16="http://schemas.microsoft.com/office/drawing/2014/main" id="{EE7FE58C-7E93-3272-F759-071638E36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975" y="382796"/>
            <a:ext cx="4061604" cy="609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87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9325A-0364-073A-AE5F-76D6FB105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Introduction:-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AF558-05C0-1AB4-729B-0E4CDA92D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984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Managing complaints and maintenance issues in hostels can be a challenging task when handled manually. Traditional methods like paper-based registers or informal messaging often lead to delays, miscommunication, and lack of accountability.</a:t>
            </a:r>
          </a:p>
          <a:p>
            <a:r>
              <a:rPr lang="en-US" dirty="0"/>
              <a:t>The </a:t>
            </a:r>
            <a:r>
              <a:rPr lang="en-US" b="1" dirty="0"/>
              <a:t>Hostel Complaint Tracker </a:t>
            </a:r>
            <a:r>
              <a:rPr lang="en-US" dirty="0"/>
              <a:t>is a web-based solution designed to address these inefficiencies by providing a structured platform where students can easily lodge complaints and hostel authorities can manage and resolve them efficiently.</a:t>
            </a:r>
          </a:p>
          <a:p>
            <a:r>
              <a:rPr lang="en-US" dirty="0"/>
              <a:t>This system ensures transparency, quick response times, and proper documentation of all issues reported, making hostel life more comfortable and well-managed for students. It also empowers hostel staff with tools to categorize, track, and resolve complaints systematically.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9355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C0D27-7117-E1D5-526E-2CEB6531C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93" y="-100701"/>
            <a:ext cx="10515600" cy="1325563"/>
          </a:xfrm>
        </p:spPr>
        <p:txBody>
          <a:bodyPr/>
          <a:lstStyle/>
          <a:p>
            <a:r>
              <a:rPr lang="en-IN" dirty="0"/>
              <a:t>Project Objectives:-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191AF-1EB0-46D6-2C83-5FFF0E61B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93" y="1708030"/>
            <a:ext cx="11129513" cy="4931494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Simplify Complaint Submission:</a:t>
            </a:r>
            <a:br>
              <a:rPr lang="en-US" dirty="0"/>
            </a:br>
            <a:r>
              <a:rPr lang="en-US" dirty="0"/>
              <a:t>Provide an easy-to-use platform for hostel residents to lodge complaints online.</a:t>
            </a:r>
          </a:p>
          <a:p>
            <a:r>
              <a:rPr lang="en-US" b="1" dirty="0"/>
              <a:t>Ensure Transparency:</a:t>
            </a:r>
            <a:br>
              <a:rPr lang="en-US" dirty="0"/>
            </a:br>
            <a:r>
              <a:rPr lang="en-US" dirty="0"/>
              <a:t>Enable real-time tracking of complaint status to build trust and accountability.</a:t>
            </a:r>
          </a:p>
          <a:p>
            <a:r>
              <a:rPr lang="en-US" b="1" dirty="0"/>
              <a:t>Speed Up Resolution:</a:t>
            </a:r>
            <a:br>
              <a:rPr lang="en-US" dirty="0"/>
            </a:br>
            <a:r>
              <a:rPr lang="en-US" dirty="0"/>
              <a:t>Help hostel staff manage, prioritize, and resolve issues more efficiently.</a:t>
            </a:r>
          </a:p>
          <a:p>
            <a:r>
              <a:rPr lang="en-US" b="1" dirty="0"/>
              <a:t>Organize Complaint Data:</a:t>
            </a:r>
            <a:br>
              <a:rPr lang="en-US" dirty="0"/>
            </a:br>
            <a:r>
              <a:rPr lang="en-US" dirty="0"/>
              <a:t>Maintain a structured record of all complaints for future reference and analysis.</a:t>
            </a:r>
          </a:p>
          <a:p>
            <a:r>
              <a:rPr lang="en-US" b="1" dirty="0"/>
              <a:t>Reduce Manual Work:</a:t>
            </a:r>
            <a:br>
              <a:rPr lang="en-US" dirty="0"/>
            </a:br>
            <a:r>
              <a:rPr lang="en-US" dirty="0"/>
              <a:t>Minimize paperwork and informal communication through automation and notifications.</a:t>
            </a:r>
          </a:p>
          <a:p>
            <a:r>
              <a:rPr lang="en-US" b="1" dirty="0"/>
              <a:t>Improve Living Conditions:</a:t>
            </a:r>
            <a:br>
              <a:rPr lang="en-US" dirty="0"/>
            </a:br>
            <a:r>
              <a:rPr lang="en-US" dirty="0"/>
              <a:t>Contribute to better hostel management and an improved living environment for students.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07C403-7190-EF6C-A246-B2AF6E969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483" y="218476"/>
            <a:ext cx="1998724" cy="180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04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A9A8A-FA61-DEBD-FA46-3BF39231D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Requirement:-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4C6AF-8A52-A1B2-289D-BDC669263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64" y="1761687"/>
            <a:ext cx="10906387" cy="4412609"/>
          </a:xfrm>
        </p:spPr>
        <p:txBody>
          <a:bodyPr/>
          <a:lstStyle/>
          <a:p>
            <a:r>
              <a:rPr lang="en-IN" dirty="0"/>
              <a:t>Code using html and </a:t>
            </a:r>
            <a:r>
              <a:rPr lang="en-IN" dirty="0" err="1"/>
              <a:t>css</a:t>
            </a:r>
            <a:r>
              <a:rPr lang="en-IN" dirty="0"/>
              <a:t> language for front end and website designing </a:t>
            </a:r>
          </a:p>
          <a:p>
            <a:r>
              <a:rPr lang="en-IN" dirty="0" err="1"/>
              <a:t>json</a:t>
            </a:r>
            <a:r>
              <a:rPr lang="en-IN" dirty="0"/>
              <a:t> language also used for backend use </a:t>
            </a:r>
          </a:p>
          <a:p>
            <a:r>
              <a:rPr lang="en-IN" dirty="0"/>
              <a:t>Google spread sheet is also used for lodging  complaint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40CDE4-1145-8C9B-28E4-804A30BA4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49" y="3967991"/>
            <a:ext cx="6617114" cy="2792742"/>
          </a:xfrm>
          <a:prstGeom prst="rect">
            <a:avLst/>
          </a:prstGeom>
        </p:spPr>
      </p:pic>
      <p:pic>
        <p:nvPicPr>
          <p:cNvPr id="3079" name="Picture 7" descr="create your a website using html,css, javascript and bootstrap">
            <a:extLst>
              <a:ext uri="{FF2B5EF4-FFF2-40B4-BE49-F238E27FC236}">
                <a16:creationId xmlns:a16="http://schemas.microsoft.com/office/drawing/2014/main" id="{AF6E1C91-059D-107B-9C59-0C277D837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554" y="3967991"/>
            <a:ext cx="3831245" cy="2124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913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5F75C-47ED-3DEC-97B1-0597448AC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F843A-9F73-C137-C5DC-838F4C5D6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F3595-2D8B-060D-9DA8-C66D65030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76"/>
            <a:ext cx="12192000" cy="681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96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3BC1F-49BE-CC0B-AE5C-D8F65134E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DDA7C-D38D-3C84-983D-EB9CC09ED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2A8C98-1A3B-AA85-52E7-66CA6948A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12"/>
            <a:ext cx="12192000" cy="681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644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8CD52-2AF9-9B08-A517-93E607146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621C9-4F28-4E28-DF61-217923A34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A26D98-4AE8-EE8B-6AAE-DDA72F437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837"/>
            <a:ext cx="12192000" cy="673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60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85A49-B4CB-0386-8384-AEEBC29F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74FCE-105C-CA8F-3C2D-349982B64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1BD12-802E-DA98-6069-47DE64C3A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2232"/>
            <a:ext cx="12192000" cy="621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86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8EF9A-BC96-4EDE-1AFA-D419344EA0A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838200" y="6176962"/>
            <a:ext cx="10515600" cy="175933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100" name="Picture 4" descr="Best Thanks PowerPoint &amp; Google Slides Templates - SlideEgg">
            <a:extLst>
              <a:ext uri="{FF2B5EF4-FFF2-40B4-BE49-F238E27FC236}">
                <a16:creationId xmlns:a16="http://schemas.microsoft.com/office/drawing/2014/main" id="{5719B594-473F-9362-C70E-1497EBCAE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726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462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KJEI Hostel Complaint Tracker</vt:lpstr>
      <vt:lpstr>Abstract :- </vt:lpstr>
      <vt:lpstr>Keywords:-</vt:lpstr>
      <vt:lpstr>Introduction:-</vt:lpstr>
      <vt:lpstr>Project Objectives:-</vt:lpstr>
      <vt:lpstr>Software Requirement:-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Mayur Dhoran</dc:creator>
  <cp:lastModifiedBy>Mayur Dhoran</cp:lastModifiedBy>
  <cp:revision>6</cp:revision>
  <dcterms:created xsi:type="dcterms:W3CDTF">2025-10-08T05:34:49Z</dcterms:created>
  <dcterms:modified xsi:type="dcterms:W3CDTF">2025-11-10T06:27:16Z</dcterms:modified>
</cp:coreProperties>
</file>